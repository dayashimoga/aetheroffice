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94712-4CFE-5530-72E0-FB067C1DD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7AD61-B772-84B0-1125-F203EDAF5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664B4-B604-43FE-4E56-04F913825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E5BDB-9B50-4C5F-A215-A3423D0A826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9D55B-F510-7DB8-90D0-F61670CAF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EEF54-C1D5-17BA-A965-D1EF0B72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CE09-3E59-4C95-9EF2-F2817B5A6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789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C25BB-7346-33A4-0DC6-FABB626A2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5FAA9-5B78-FC24-409E-9A10DBF5A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B9065-C56F-B833-786C-5CE1AB3DF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E5BDB-9B50-4C5F-A215-A3423D0A826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3819E-37C1-911B-C66B-33C84907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29358-5393-8A9B-2E97-32DEA0490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CE09-3E59-4C95-9EF2-F2817B5A6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715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2E756-0BA7-673E-6A79-EED534F1E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4D53A-1ABC-07E8-E2BB-677E8BC19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A7C6C-835B-E015-A87B-FA1F4A6F5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E5BDB-9B50-4C5F-A215-A3423D0A826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783DE-6BF9-44F9-87D5-80F35007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227AA-D23C-BA7A-C939-AD9210834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CE09-3E59-4C95-9EF2-F2817B5A6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685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997DD-643E-DDF9-A520-7AE2A0211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A256E-3227-55BB-A6FA-7DCA08521C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0E76E5-0FEB-4666-B6DF-A78052154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260E6-9E10-4222-8ACB-6DFBE1453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E5BDB-9B50-4C5F-A215-A3423D0A826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A1C55-0E9B-8174-7C70-A6C277F25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4B6D9-3477-D3A3-E69E-124BC8E25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CE09-3E59-4C95-9EF2-F2817B5A6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456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40EEA-85D6-4C13-B7E6-5903E0287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616BC-2578-9513-2F2F-A8F935454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2FBB0-FF86-AEE6-D2D5-4BCA15A0F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DDE9D-EDCA-137C-0D95-ADE936944A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EA5437-CCC1-545B-8762-B9D8DAFE0E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C4672-9CD1-63CE-6EC6-F83FE959B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E5BDB-9B50-4C5F-A215-A3423D0A826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6CFD66-EB2D-0564-4F58-5A61A8605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99DFA4-4CAD-7878-5EED-61AEB9D3C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CE09-3E59-4C95-9EF2-F2817B5A6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79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8230F-A544-AB22-E9C8-0A398DE94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EA7548-43C7-9DCF-08CD-D788F8EC8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E5BDB-9B50-4C5F-A215-A3423D0A826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ABA4D-1C11-1C76-6C4E-70827C7B9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95A282-935C-5342-3260-C3C992A0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CE09-3E59-4C95-9EF2-F2817B5A6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977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A33EA5-D5CB-DE47-710C-0CE703211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E5BDB-9B50-4C5F-A215-A3423D0A826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1B251B-EB61-6629-8308-9B62564FD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5189F-1819-8439-F3A2-FDF3E3D0A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CE09-3E59-4C95-9EF2-F2817B5A6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30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B4FA0-0E53-DA72-3E6A-B15562CE5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C9894-DAA7-DB2A-96D0-307DA30FA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39578B-82A4-95AC-5F5E-FEB90DA90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4A496-CDC5-FC22-8BC8-4E7DC88F9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E5BDB-9B50-4C5F-A215-A3423D0A826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9E287-EFC9-ADC3-621D-8BA8010A8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8D20A-C2B9-45D3-ED9F-D177BF47B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CE09-3E59-4C95-9EF2-F2817B5A6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278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C1B1-3064-63A2-043C-C7D7F8A29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FEAEEE-C3E5-2EC9-CA95-D8E7230ED6A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62791-E3A0-8BDC-9F18-3081D1CEC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CBA4D-1D5F-0DF5-B9F3-DF1F86AB7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E5BDB-9B50-4C5F-A215-A3423D0A826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19D03-1EF6-34AB-80EF-B122CB0AB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59C9D-D4FC-0895-08E7-6FC175DE8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CE09-3E59-4C95-9EF2-F2817B5A6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276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99B17-A000-5E24-674B-CA1AF91F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BA84EE-7259-AA9B-68FF-635A6C07A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4CFC5-5920-8165-F319-33061EDE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E5BDB-9B50-4C5F-A215-A3423D0A826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CB5A7-031A-1EBF-9A15-3FD26DED7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834C3-6997-EBD1-6B70-9150A3DC8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CE09-3E59-4C95-9EF2-F2817B5A6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866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FF085D-2031-BC66-A9CF-BC1095BF80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C67D1F-5662-115D-D2FD-E927C6A19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6FD9C-B05D-C303-7AAB-F632E8A84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E5BDB-9B50-4C5F-A215-A3423D0A826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D188C-EF77-3553-AAD6-40D605FDE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FB193-6614-FAD4-C000-1EA31FA17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CE09-3E59-4C95-9EF2-F2817B5A6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365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A256F4-B563-87B8-36F4-4EDFD5DA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3297E-2D50-7360-2E9C-4194521C4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529DA-E460-3F56-26A4-1F6538AB5D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7E5BDB-9B50-4C5F-A215-A3423D0A826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8923A-2E87-6A3A-7AA2-350DA93A6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FFBE7-0096-084D-9940-716A455E3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56CE09-3E59-4C95-9EF2-F2817B5A6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011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137B8B-ABBD-2AEF-2E5A-BBE6FCF7B2DB}"/>
              </a:ext>
            </a:extLst>
          </p:cNvPr>
          <p:cNvSpPr txBox="1"/>
          <p:nvPr/>
        </p:nvSpPr>
        <p:spPr>
          <a:xfrm>
            <a:off x="1270000" y="1270000"/>
            <a:ext cx="635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/>
              <a:t>OpenOfficeRS Unified Engine</a:t>
            </a:r>
          </a:p>
        </p:txBody>
      </p:sp>
    </p:spTree>
    <p:extLst>
      <p:ext uri="{BB962C8B-B14F-4D97-AF65-F5344CB8AC3E}">
        <p14:creationId xmlns:p14="http://schemas.microsoft.com/office/powerpoint/2010/main" val="2295580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631323-BF4A-0DE9-8CB4-7549012F7DF0}"/>
              </a:ext>
            </a:extLst>
          </p:cNvPr>
          <p:cNvSpPr/>
          <p:nvPr/>
        </p:nvSpPr>
        <p:spPr>
          <a:xfrm>
            <a:off x="1270000" y="1270000"/>
            <a:ext cx="3810000" cy="2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Architecture Box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886A17B-84DD-6DA9-24AE-1DA15FCE498E}"/>
              </a:ext>
            </a:extLst>
          </p:cNvPr>
          <p:cNvSpPr/>
          <p:nvPr/>
        </p:nvSpPr>
        <p:spPr>
          <a:xfrm>
            <a:off x="5715000" y="1270000"/>
            <a:ext cx="2540000" cy="2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Core Engine</a:t>
            </a:r>
          </a:p>
        </p:txBody>
      </p:sp>
    </p:spTree>
    <p:extLst>
      <p:ext uri="{BB962C8B-B14F-4D97-AF65-F5344CB8AC3E}">
        <p14:creationId xmlns:p14="http://schemas.microsoft.com/office/powerpoint/2010/main" val="4073929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Dayanand Thammaiah</dc:creator>
  <cp:lastModifiedBy>Dayanand Thammaiah</cp:lastModifiedBy>
  <cp:revision>1</cp:revision>
  <dcterms:created xsi:type="dcterms:W3CDTF">2026-10-28T15:01:01Z</dcterms:created>
  <dcterms:modified xsi:type="dcterms:W3CDTF">2026-10-28T15:01:01Z</dcterms:modified>
</cp:coreProperties>
</file>